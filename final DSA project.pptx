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6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7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8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7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0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6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2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04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92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8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38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6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26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86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88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DSA Quiz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Course: Data Structures &amp; Algorithms</a:t>
            </a:r>
          </a:p>
          <a:p>
            <a:r>
              <a:rPr dirty="0" smtClean="0"/>
              <a:t>Student</a:t>
            </a:r>
            <a:r>
              <a:rPr lang="en-US" dirty="0" smtClean="0"/>
              <a:t>s:</a:t>
            </a:r>
          </a:p>
          <a:p>
            <a:r>
              <a:rPr lang="en-US" dirty="0" smtClean="0"/>
              <a:t>SanaUllah (24-cs-026)</a:t>
            </a:r>
          </a:p>
          <a:p>
            <a:r>
              <a:rPr lang="en-US" dirty="0" smtClean="0"/>
              <a:t>AmanUllah (24-cs-226)</a:t>
            </a:r>
          </a:p>
          <a:p>
            <a:r>
              <a:rPr lang="en-US" dirty="0" smtClean="0"/>
              <a:t>Saeed Ahmad (24-cs-126)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Quiz system for DSA concepts</a:t>
            </a:r>
          </a:p>
          <a:p>
            <a:r>
              <a:t>• Teacher &amp; Student roles</a:t>
            </a:r>
          </a:p>
          <a:p>
            <a:r>
              <a:t>• Console-based C++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DSA Concepts Used in This Project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Linked List</a:t>
            </a:r>
            <a:r>
              <a:rPr lang="en-US" dirty="0"/>
              <a:t> → Used to store and manage quiz questions dynamically</a:t>
            </a:r>
          </a:p>
          <a:p>
            <a:r>
              <a:rPr lang="en-US" b="1" dirty="0"/>
              <a:t>Stack</a:t>
            </a:r>
            <a:r>
              <a:rPr lang="en-US" dirty="0"/>
              <a:t> → Used to track time spent on each question</a:t>
            </a:r>
          </a:p>
          <a:p>
            <a:r>
              <a:rPr lang="en-US" b="1" dirty="0"/>
              <a:t>Pointers</a:t>
            </a:r>
            <a:r>
              <a:rPr lang="en-US" dirty="0"/>
              <a:t> → Used for dynamic memory allocation</a:t>
            </a:r>
          </a:p>
          <a:p>
            <a:r>
              <a:rPr lang="en-US" b="1" dirty="0"/>
              <a:t>File Handling</a:t>
            </a:r>
            <a:r>
              <a:rPr lang="en-US" dirty="0"/>
              <a:t> → Used to save questions and student results permanently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Management (Linked List)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Singly Linked List used</a:t>
            </a:r>
          </a:p>
          <a:p>
            <a:r>
              <a:t>• Stores questions dynamically</a:t>
            </a:r>
          </a:p>
          <a:p>
            <a:r>
              <a:t>• Easy add, edit, delete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Tracking (Stack)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Stack stores time per question</a:t>
            </a:r>
          </a:p>
          <a:p>
            <a:r>
              <a:t>• Follows LIFO principle</a:t>
            </a:r>
          </a:p>
          <a:p>
            <a:r>
              <a:t>• Helps analyze recent answers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Cheating 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 calculated using time() &amp; difftime()</a:t>
            </a:r>
          </a:p>
          <a:p>
            <a:r>
              <a:t>• Very fast answers flagged</a:t>
            </a:r>
          </a:p>
          <a:p>
            <a:r>
              <a:t>• Multiple flags → SUSPECTED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question_bank.txt → Questions</a:t>
            </a:r>
          </a:p>
          <a:p>
            <a:r>
              <a:t>• student_results.txt → Results</a:t>
            </a:r>
          </a:p>
          <a:p>
            <a:r>
              <a:t>• Ensures data persistence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login</a:t>
            </a:r>
          </a:p>
          <a:p>
            <a:r>
              <a:t>• Add / Edit / Delete questions</a:t>
            </a:r>
          </a:p>
          <a:p>
            <a:r>
              <a:t>• View student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login</a:t>
            </a:r>
          </a:p>
          <a:p>
            <a:r>
              <a:t>• Attempt quiz</a:t>
            </a:r>
          </a:p>
          <a:p>
            <a:r>
              <a:t>• View score &amp; cheating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Practical DSA implementation</a:t>
            </a:r>
          </a:p>
          <a:p>
            <a:r>
              <a:t>• Linked List &amp; Stack used</a:t>
            </a:r>
          </a:p>
          <a:p>
            <a:r>
              <a:t>• Strong learning experience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</TotalTime>
  <Words>212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DSA Quiz Management System</vt:lpstr>
      <vt:lpstr>Project </vt:lpstr>
      <vt:lpstr>DSA Concepts Used in This Project</vt:lpstr>
      <vt:lpstr>Question Management (Linked List)</vt:lpstr>
      <vt:lpstr>Time Tracking (Stack)</vt:lpstr>
      <vt:lpstr>Cheating Detection Logic</vt:lpstr>
      <vt:lpstr>File Handling</vt:lpstr>
      <vt:lpstr>Teacher Module</vt:lpstr>
      <vt:lpstr>Student Module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Quiz Management System</dc:title>
  <dc:subject/>
  <dc:creator>Nabi ahmad</dc:creator>
  <cp:keywords/>
  <dc:description>generated using python-pptx</dc:description>
  <cp:lastModifiedBy>Moorche</cp:lastModifiedBy>
  <cp:revision>3</cp:revision>
  <dcterms:created xsi:type="dcterms:W3CDTF">2013-01-27T09:14:16Z</dcterms:created>
  <dcterms:modified xsi:type="dcterms:W3CDTF">2026-02-02T13:30:26Z</dcterms:modified>
  <cp:category/>
</cp:coreProperties>
</file>